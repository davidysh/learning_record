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4" r:id="rId3"/>
    <p:sldId id="261" r:id="rId5"/>
    <p:sldId id="265" r:id="rId6"/>
    <p:sldId id="328" r:id="rId7"/>
    <p:sldId id="415" r:id="rId8"/>
    <p:sldId id="443" r:id="rId9"/>
    <p:sldId id="338" r:id="rId10"/>
  </p:sldIdLst>
  <p:sldSz cx="12192000" cy="6858000"/>
  <p:notesSz cx="6858000" cy="9144000"/>
  <p:embeddedFontLst>
    <p:embeddedFont>
      <p:font typeface="微软雅黑" panose="020B0503020204020204" pitchFamily="34" charset="-122"/>
      <p:regular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  <p:embeddedFont>
      <p:font typeface="等线" panose="02010600030101010101" charset="-122"/>
      <p:regular r:id="rId19"/>
    </p:embeddedFont>
    <p:embeddedFont>
      <p:font typeface="等线 Light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0" userDrawn="1">
          <p15:clr>
            <a:srgbClr val="A4A3A4"/>
          </p15:clr>
        </p15:guide>
        <p15:guide id="2" orient="horz" pos="808" userDrawn="1">
          <p15:clr>
            <a:srgbClr val="A4A3A4"/>
          </p15:clr>
        </p15:guide>
        <p15:guide id="3" orient="horz" pos="522" userDrawn="1">
          <p15:clr>
            <a:srgbClr val="A4A3A4"/>
          </p15:clr>
        </p15:guide>
        <p15:guide id="4" orient="horz" pos="256" userDrawn="1">
          <p15:clr>
            <a:srgbClr val="A4A3A4"/>
          </p15:clr>
        </p15:guide>
        <p15:guide id="5" orient="horz" pos="3946" userDrawn="1">
          <p15:clr>
            <a:srgbClr val="A4A3A4"/>
          </p15:clr>
        </p15:guide>
        <p15:guide id="6" pos="3967" userDrawn="1">
          <p15:clr>
            <a:srgbClr val="A4A3A4"/>
          </p15:clr>
        </p15:guide>
        <p15:guide id="7" pos="600" userDrawn="1">
          <p15:clr>
            <a:srgbClr val="A4A3A4"/>
          </p15:clr>
        </p15:guide>
        <p15:guide id="8" pos="70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C000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924" y="-258"/>
      </p:cViewPr>
      <p:guideLst>
        <p:guide orient="horz" pos="2000"/>
        <p:guide orient="horz" pos="808"/>
        <p:guide orient="horz" pos="522"/>
        <p:guide orient="horz" pos="256"/>
        <p:guide orient="horz" pos="3946"/>
        <p:guide pos="3967"/>
        <p:guide pos="600"/>
        <p:guide pos="70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50EA0-CE92-4054-94F0-7EB8F2D0A1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0C0CD-974B-4D48-96D6-9F3E453E19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C0CD-974B-4D48-96D6-9F3E453E19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C0CD-974B-4D48-96D6-9F3E453E19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C0CD-974B-4D48-96D6-9F3E453E19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60C0CD-974B-4D48-96D6-9F3E453E19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60C0CD-974B-4D48-96D6-9F3E453E19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60C0CD-974B-4D48-96D6-9F3E453E192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0C0CD-974B-4D48-96D6-9F3E453E19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044612" y="1845642"/>
            <a:ext cx="2993988" cy="2993988"/>
          </a:xfrm>
          <a:custGeom>
            <a:avLst/>
            <a:gdLst>
              <a:gd name="connsiteX0" fmla="*/ 1496994 w 2993988"/>
              <a:gd name="connsiteY0" fmla="*/ 0 h 2993988"/>
              <a:gd name="connsiteX1" fmla="*/ 1496994 w 2993988"/>
              <a:gd name="connsiteY1" fmla="*/ 1 h 2993988"/>
              <a:gd name="connsiteX2" fmla="*/ 2993988 w 2993988"/>
              <a:gd name="connsiteY2" fmla="*/ 1496995 h 2993988"/>
              <a:gd name="connsiteX3" fmla="*/ 2993988 w 2993988"/>
              <a:gd name="connsiteY3" fmla="*/ 2993988 h 2993988"/>
              <a:gd name="connsiteX4" fmla="*/ 1496994 w 2993988"/>
              <a:gd name="connsiteY4" fmla="*/ 2993988 h 2993988"/>
              <a:gd name="connsiteX5" fmla="*/ 0 w 2993988"/>
              <a:gd name="connsiteY5" fmla="*/ 1496994 h 2993988"/>
              <a:gd name="connsiteX6" fmla="*/ 1496994 w 2993988"/>
              <a:gd name="connsiteY6" fmla="*/ 0 h 299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3988" h="2993988">
                <a:moveTo>
                  <a:pt x="1496994" y="0"/>
                </a:moveTo>
                <a:lnTo>
                  <a:pt x="1496994" y="1"/>
                </a:lnTo>
                <a:cubicBezTo>
                  <a:pt x="2323761" y="1"/>
                  <a:pt x="2993988" y="670228"/>
                  <a:pt x="2993988" y="1496995"/>
                </a:cubicBezTo>
                <a:lnTo>
                  <a:pt x="2993988" y="2993988"/>
                </a:lnTo>
                <a:lnTo>
                  <a:pt x="1496994" y="2993988"/>
                </a:lnTo>
                <a:cubicBezTo>
                  <a:pt x="670227" y="2993988"/>
                  <a:pt x="0" y="2323761"/>
                  <a:pt x="0" y="1496994"/>
                </a:cubicBezTo>
                <a:cubicBezTo>
                  <a:pt x="0" y="670227"/>
                  <a:pt x="670227" y="0"/>
                  <a:pt x="1496994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7176777" y="1932006"/>
            <a:ext cx="2993988" cy="2993988"/>
          </a:xfrm>
          <a:custGeom>
            <a:avLst/>
            <a:gdLst>
              <a:gd name="connsiteX0" fmla="*/ 1496994 w 2993988"/>
              <a:gd name="connsiteY0" fmla="*/ 0 h 2993988"/>
              <a:gd name="connsiteX1" fmla="*/ 2993988 w 2993988"/>
              <a:gd name="connsiteY1" fmla="*/ 1496994 h 2993988"/>
              <a:gd name="connsiteX2" fmla="*/ 1496994 w 2993988"/>
              <a:gd name="connsiteY2" fmla="*/ 2993988 h 2993988"/>
              <a:gd name="connsiteX3" fmla="*/ 0 w 2993988"/>
              <a:gd name="connsiteY3" fmla="*/ 2993988 h 2993988"/>
              <a:gd name="connsiteX4" fmla="*/ 0 w 2993988"/>
              <a:gd name="connsiteY4" fmla="*/ 1496995 h 2993988"/>
              <a:gd name="connsiteX5" fmla="*/ 1496994 w 2993988"/>
              <a:gd name="connsiteY5" fmla="*/ 1 h 2993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3988" h="2993988">
                <a:moveTo>
                  <a:pt x="1496994" y="0"/>
                </a:moveTo>
                <a:cubicBezTo>
                  <a:pt x="2323761" y="0"/>
                  <a:pt x="2993988" y="670227"/>
                  <a:pt x="2993988" y="1496994"/>
                </a:cubicBezTo>
                <a:cubicBezTo>
                  <a:pt x="2993988" y="2323761"/>
                  <a:pt x="2323761" y="2993988"/>
                  <a:pt x="1496994" y="2993988"/>
                </a:cubicBezTo>
                <a:lnTo>
                  <a:pt x="0" y="2993988"/>
                </a:lnTo>
                <a:lnTo>
                  <a:pt x="0" y="1496995"/>
                </a:lnTo>
                <a:cubicBezTo>
                  <a:pt x="0" y="670228"/>
                  <a:pt x="670227" y="1"/>
                  <a:pt x="1496994" y="1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37185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  <p:sp>
        <p:nvSpPr>
          <p:cNvPr id="5" name="Picture Placeholder 10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552041"/>
          </a:xfrm>
          <a:custGeom>
            <a:avLst/>
            <a:gdLst>
              <a:gd name="connsiteX0" fmla="*/ 0 w 12192000"/>
              <a:gd name="connsiteY0" fmla="*/ 0 h 4552041"/>
              <a:gd name="connsiteX1" fmla="*/ 12192000 w 12192000"/>
              <a:gd name="connsiteY1" fmla="*/ 0 h 4552041"/>
              <a:gd name="connsiteX2" fmla="*/ 12192000 w 12192000"/>
              <a:gd name="connsiteY2" fmla="*/ 4552041 h 4552041"/>
              <a:gd name="connsiteX3" fmla="*/ 12191999 w 12192000"/>
              <a:gd name="connsiteY3" fmla="*/ 4552041 h 4552041"/>
              <a:gd name="connsiteX4" fmla="*/ 12191999 w 12192000"/>
              <a:gd name="connsiteY4" fmla="*/ 2464853 h 4552041"/>
              <a:gd name="connsiteX5" fmla="*/ 11373210 w 12192000"/>
              <a:gd name="connsiteY5" fmla="*/ 3046349 h 4552041"/>
              <a:gd name="connsiteX6" fmla="*/ 73918 w 12192000"/>
              <a:gd name="connsiteY6" fmla="*/ 3371458 h 4552041"/>
              <a:gd name="connsiteX7" fmla="*/ 0 w 12192000"/>
              <a:gd name="connsiteY7" fmla="*/ 3443911 h 455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552041">
                <a:moveTo>
                  <a:pt x="0" y="0"/>
                </a:moveTo>
                <a:lnTo>
                  <a:pt x="12192000" y="0"/>
                </a:lnTo>
                <a:lnTo>
                  <a:pt x="12192000" y="4552041"/>
                </a:lnTo>
                <a:lnTo>
                  <a:pt x="12191999" y="4552041"/>
                </a:lnTo>
                <a:lnTo>
                  <a:pt x="12191999" y="2464853"/>
                </a:lnTo>
                <a:lnTo>
                  <a:pt x="11373210" y="3046349"/>
                </a:lnTo>
                <a:cubicBezTo>
                  <a:pt x="7383450" y="5613492"/>
                  <a:pt x="3806580" y="-117348"/>
                  <a:pt x="73918" y="3371458"/>
                </a:cubicBezTo>
                <a:lnTo>
                  <a:pt x="0" y="344391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D22F0-E91A-41C3-969B-27635EA472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EC6C-723B-4FE1-AF2D-784C9624F4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>
            <a:off x="0" y="-92075"/>
            <a:ext cx="12192000" cy="4274820"/>
          </a:xfrm>
          <a:custGeom>
            <a:avLst/>
            <a:gdLst>
              <a:gd name="connsiteX0" fmla="*/ 0 w 12192000"/>
              <a:gd name="connsiteY0" fmla="*/ 0 h 4552041"/>
              <a:gd name="connsiteX1" fmla="*/ 12192000 w 12192000"/>
              <a:gd name="connsiteY1" fmla="*/ 0 h 4552041"/>
              <a:gd name="connsiteX2" fmla="*/ 12192000 w 12192000"/>
              <a:gd name="connsiteY2" fmla="*/ 4552041 h 4552041"/>
              <a:gd name="connsiteX3" fmla="*/ 12191999 w 12192000"/>
              <a:gd name="connsiteY3" fmla="*/ 4552041 h 4552041"/>
              <a:gd name="connsiteX4" fmla="*/ 12191999 w 12192000"/>
              <a:gd name="connsiteY4" fmla="*/ 2464853 h 4552041"/>
              <a:gd name="connsiteX5" fmla="*/ 11373210 w 12192000"/>
              <a:gd name="connsiteY5" fmla="*/ 3046349 h 4552041"/>
              <a:gd name="connsiteX6" fmla="*/ 73918 w 12192000"/>
              <a:gd name="connsiteY6" fmla="*/ 3371458 h 4552041"/>
              <a:gd name="connsiteX7" fmla="*/ 0 w 12192000"/>
              <a:gd name="connsiteY7" fmla="*/ 3443911 h 455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552041">
                <a:moveTo>
                  <a:pt x="0" y="0"/>
                </a:moveTo>
                <a:lnTo>
                  <a:pt x="12192000" y="0"/>
                </a:lnTo>
                <a:lnTo>
                  <a:pt x="12192000" y="4552041"/>
                </a:lnTo>
                <a:lnTo>
                  <a:pt x="12191999" y="4552041"/>
                </a:lnTo>
                <a:lnTo>
                  <a:pt x="12191999" y="2464853"/>
                </a:lnTo>
                <a:lnTo>
                  <a:pt x="11373210" y="3046349"/>
                </a:lnTo>
                <a:cubicBezTo>
                  <a:pt x="7383450" y="5613492"/>
                  <a:pt x="3806580" y="-117348"/>
                  <a:pt x="73918" y="3371458"/>
                </a:cubicBezTo>
                <a:lnTo>
                  <a:pt x="0" y="3443911"/>
                </a:lnTo>
                <a:close/>
              </a:path>
            </a:pathLst>
          </a:custGeom>
          <a:blipFill rotWithShape="1">
            <a:blip r:embed="rId1">
              <a:alphaModFix amt="84000"/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41705" y="4374515"/>
            <a:ext cx="63036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4400" spc="300" dirty="0">
                <a:solidFill>
                  <a:srgbClr val="333F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4400" spc="300" dirty="0">
                <a:solidFill>
                  <a:srgbClr val="333F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4400" spc="300" dirty="0">
                <a:solidFill>
                  <a:srgbClr val="333F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4400" spc="300" dirty="0">
                <a:solidFill>
                  <a:srgbClr val="333F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月工作汇报</a:t>
            </a:r>
            <a:endParaRPr lang="zh-CN" altLang="en-US" sz="4400" spc="300" dirty="0">
              <a:solidFill>
                <a:srgbClr val="333F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1705" y="2957195"/>
            <a:ext cx="51466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刘勇琦</a:t>
            </a:r>
            <a:r>
              <a:rPr lang="en-US" altLang="zh-CN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2025.8.28</a:t>
            </a:r>
            <a:endParaRPr lang="en-US" sz="4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7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18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/>
          <p:nvPr/>
        </p:nvGrpSpPr>
        <p:grpSpPr>
          <a:xfrm flipH="1" flipV="1">
            <a:off x="-3" y="4946650"/>
            <a:ext cx="5506071" cy="1892300"/>
            <a:chOff x="0" y="0"/>
            <a:chExt cx="9143999" cy="1082440"/>
          </a:xfrm>
        </p:grpSpPr>
        <p:sp>
          <p:nvSpPr>
            <p:cNvPr id="3" name="Freeform 25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0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Freeform 26"/>
            <p:cNvSpPr/>
            <p:nvPr/>
          </p:nvSpPr>
          <p:spPr>
            <a:xfrm flipH="1" flipV="1">
              <a:off x="0" y="1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0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" name="Group 30"/>
          <p:cNvGrpSpPr/>
          <p:nvPr/>
        </p:nvGrpSpPr>
        <p:grpSpPr>
          <a:xfrm>
            <a:off x="7487882" y="-19050"/>
            <a:ext cx="4704118" cy="1955800"/>
            <a:chOff x="0" y="0"/>
            <a:chExt cx="9143999" cy="1082440"/>
          </a:xfrm>
          <a:solidFill>
            <a:srgbClr val="5873E7"/>
          </a:solidFill>
        </p:grpSpPr>
        <p:sp>
          <p:nvSpPr>
            <p:cNvPr id="6" name="Freeform 31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0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32"/>
            <p:cNvSpPr/>
            <p:nvPr/>
          </p:nvSpPr>
          <p:spPr>
            <a:xfrm flipH="1" flipV="1">
              <a:off x="0" y="1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00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011288" y="198353"/>
            <a:ext cx="164879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 录</a:t>
            </a:r>
            <a:endParaRPr lang="zh-CN" altLang="en-US" sz="35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23"/>
          <p:cNvSpPr txBox="1"/>
          <p:nvPr/>
        </p:nvSpPr>
        <p:spPr>
          <a:xfrm>
            <a:off x="1220470" y="1044575"/>
            <a:ext cx="476504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D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01</a:t>
            </a:r>
            <a:r>
              <a:rPr lang="en-ID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   </a:t>
            </a:r>
            <a:r>
              <a:rPr lang="zh-CN" altLang="en-US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工作内容及进展</a:t>
            </a:r>
            <a:endParaRPr lang="en-ID" sz="2500" dirty="0">
              <a:ln w="34925">
                <a:solidFill>
                  <a:srgbClr val="FA5A32"/>
                </a:solidFill>
              </a:ln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22" name="TextBox 23"/>
          <p:cNvSpPr txBox="1"/>
          <p:nvPr/>
        </p:nvSpPr>
        <p:spPr>
          <a:xfrm>
            <a:off x="1217295" y="1863725"/>
            <a:ext cx="555625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D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</a:t>
            </a:r>
            <a:r>
              <a:rPr lang="en-US" altLang="en-ID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2  </a:t>
            </a:r>
            <a:r>
              <a:rPr lang="zh-CN" altLang="en-US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工作问题及解决方案</a:t>
            </a:r>
            <a:r>
              <a:rPr lang="en-US" altLang="en-ID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 </a:t>
            </a:r>
            <a:endParaRPr lang="zh-CN" altLang="en-US" sz="2500" dirty="0">
              <a:ln w="34925">
                <a:solidFill>
                  <a:srgbClr val="FA5A32"/>
                </a:solidFill>
              </a:ln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1220470" y="2745105"/>
            <a:ext cx="445643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03  </a:t>
            </a:r>
            <a:r>
              <a:rPr lang="zh-CN" alt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工作计划</a:t>
            </a:r>
            <a:endParaRPr lang="zh-CN" altLang="en-ID" sz="2500" dirty="0">
              <a:ln w="34925">
                <a:solidFill>
                  <a:srgbClr val="FA5A32"/>
                </a:solidFill>
              </a:ln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  <a:p>
            <a:pPr algn="l"/>
            <a:r>
              <a:rPr lang="en-US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   </a:t>
            </a:r>
            <a:endParaRPr lang="zh-CN" altLang="en-ID" sz="2500" dirty="0">
              <a:ln w="34925">
                <a:solidFill>
                  <a:srgbClr val="FA5A32"/>
                </a:solidFill>
              </a:ln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0" name="图片 9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  <p:sp>
        <p:nvSpPr>
          <p:cNvPr id="8" name="TextBox 23"/>
          <p:cNvSpPr txBox="1"/>
          <p:nvPr/>
        </p:nvSpPr>
        <p:spPr>
          <a:xfrm>
            <a:off x="1217295" y="3626485"/>
            <a:ext cx="445643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04   </a:t>
            </a:r>
            <a:r>
              <a:rPr lang="zh-CN" altLang="en-US" sz="2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自我评价</a:t>
            </a:r>
            <a:endParaRPr lang="zh-CN" altLang="en-ID" sz="2500" dirty="0">
              <a:ln w="34925">
                <a:solidFill>
                  <a:srgbClr val="FA5A32"/>
                </a:solidFill>
              </a:ln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rdrop 6"/>
          <p:cNvSpPr/>
          <p:nvPr/>
        </p:nvSpPr>
        <p:spPr>
          <a:xfrm>
            <a:off x="5126051" y="1471396"/>
            <a:ext cx="1939898" cy="1939898"/>
          </a:xfrm>
          <a:prstGeom prst="teardrop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81450" y="3692525"/>
            <a:ext cx="46386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+mn-ea"/>
              </a:rPr>
              <a:t>工作内容及进展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5346933" y="1565899"/>
            <a:ext cx="14981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01</a:t>
            </a:r>
            <a:endParaRPr lang="en-ID" sz="8800" dirty="0">
              <a:ln w="34925">
                <a:solidFill>
                  <a:srgbClr val="FA5A32"/>
                </a:solidFill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3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4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Group 6"/>
          <p:cNvGrpSpPr/>
          <p:nvPr/>
        </p:nvGrpSpPr>
        <p:grpSpPr>
          <a:xfrm rot="10800000" flipV="1">
            <a:off x="0" y="0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7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333F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rdrop 6"/>
          <p:cNvSpPr/>
          <p:nvPr/>
        </p:nvSpPr>
        <p:spPr>
          <a:xfrm>
            <a:off x="5126051" y="1471396"/>
            <a:ext cx="1939898" cy="1939898"/>
          </a:xfrm>
          <a:prstGeom prst="teardrop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23572" y="3732112"/>
            <a:ext cx="5406012" cy="23058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+mn-ea"/>
              </a:rPr>
              <a:t>工作问题及解决方案</a:t>
            </a:r>
            <a:r>
              <a:rPr lang="en-US" altLang="en-ID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+mn-ea"/>
              </a:rPr>
              <a:t> </a:t>
            </a:r>
            <a:endParaRPr lang="zh-CN" altLang="en-US" sz="4800" dirty="0">
              <a:ln w="34925">
                <a:solidFill>
                  <a:srgbClr val="FA5A32"/>
                </a:solidFill>
              </a:ln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5273700" y="1565899"/>
            <a:ext cx="16446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</a:t>
            </a:r>
            <a:r>
              <a:rPr kumimoji="0" lang="en-US" alt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2</a:t>
            </a:r>
            <a:endParaRPr kumimoji="0" lang="en-US" altLang="en-ID" sz="8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3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4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Group 6"/>
          <p:cNvGrpSpPr/>
          <p:nvPr/>
        </p:nvGrpSpPr>
        <p:grpSpPr>
          <a:xfrm rot="10800000" flipV="1">
            <a:off x="0" y="0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7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333F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rdrop 6"/>
          <p:cNvSpPr/>
          <p:nvPr/>
        </p:nvSpPr>
        <p:spPr>
          <a:xfrm>
            <a:off x="5126051" y="1471396"/>
            <a:ext cx="1939898" cy="1939898"/>
          </a:xfrm>
          <a:prstGeom prst="teardrop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10025" y="3730625"/>
            <a:ext cx="465709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+mn-ea"/>
              </a:rPr>
              <a:t>工作计划</a:t>
            </a:r>
            <a:endParaRPr lang="zh-CN" altLang="en-ID" sz="4800" dirty="0">
              <a:ln w="34925">
                <a:solidFill>
                  <a:srgbClr val="FA5A32"/>
                </a:solidFill>
              </a:ln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5273700" y="1565899"/>
            <a:ext cx="16446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</a:t>
            </a:r>
            <a:r>
              <a:rPr kumimoji="0" lang="en-US" alt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3</a:t>
            </a:r>
            <a:endParaRPr kumimoji="0" lang="en-US" altLang="en-ID" sz="8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3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4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Group 6"/>
          <p:cNvGrpSpPr/>
          <p:nvPr/>
        </p:nvGrpSpPr>
        <p:grpSpPr>
          <a:xfrm rot="10800000" flipV="1">
            <a:off x="0" y="0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7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333F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ardrop 6"/>
          <p:cNvSpPr/>
          <p:nvPr/>
        </p:nvSpPr>
        <p:spPr>
          <a:xfrm>
            <a:off x="5126051" y="1471396"/>
            <a:ext cx="1939898" cy="1939898"/>
          </a:xfrm>
          <a:prstGeom prst="teardrop">
            <a:avLst>
              <a:gd name="adj" fmla="val 100000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72596" y="3807488"/>
            <a:ext cx="6027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  <a:sym typeface="+mn-ea"/>
              </a:rPr>
              <a:t>自我评价</a:t>
            </a:r>
            <a:endParaRPr kumimoji="0" lang="zh-CN" altLang="en-ID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32" name="TextBox 23"/>
          <p:cNvSpPr txBox="1"/>
          <p:nvPr/>
        </p:nvSpPr>
        <p:spPr>
          <a:xfrm>
            <a:off x="5273700" y="1565899"/>
            <a:ext cx="16446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0</a:t>
            </a:r>
            <a:r>
              <a:rPr kumimoji="0" lang="en-US" altLang="en-ID" sz="88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4</a:t>
            </a:r>
            <a:endParaRPr kumimoji="0" lang="en-US" altLang="en-ID" sz="88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3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4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Group 6"/>
          <p:cNvGrpSpPr/>
          <p:nvPr/>
        </p:nvGrpSpPr>
        <p:grpSpPr>
          <a:xfrm rot="10800000" flipV="1">
            <a:off x="0" y="0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37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333F5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/>
        </p:nvSpPr>
        <p:spPr>
          <a:xfrm>
            <a:off x="0" y="-92075"/>
            <a:ext cx="12192000" cy="4274820"/>
          </a:xfrm>
          <a:custGeom>
            <a:avLst/>
            <a:gdLst>
              <a:gd name="connsiteX0" fmla="*/ 0 w 12192000"/>
              <a:gd name="connsiteY0" fmla="*/ 0 h 4552041"/>
              <a:gd name="connsiteX1" fmla="*/ 12192000 w 12192000"/>
              <a:gd name="connsiteY1" fmla="*/ 0 h 4552041"/>
              <a:gd name="connsiteX2" fmla="*/ 12192000 w 12192000"/>
              <a:gd name="connsiteY2" fmla="*/ 4552041 h 4552041"/>
              <a:gd name="connsiteX3" fmla="*/ 12191999 w 12192000"/>
              <a:gd name="connsiteY3" fmla="*/ 4552041 h 4552041"/>
              <a:gd name="connsiteX4" fmla="*/ 12191999 w 12192000"/>
              <a:gd name="connsiteY4" fmla="*/ 2464853 h 4552041"/>
              <a:gd name="connsiteX5" fmla="*/ 11373210 w 12192000"/>
              <a:gd name="connsiteY5" fmla="*/ 3046349 h 4552041"/>
              <a:gd name="connsiteX6" fmla="*/ 73918 w 12192000"/>
              <a:gd name="connsiteY6" fmla="*/ 3371458 h 4552041"/>
              <a:gd name="connsiteX7" fmla="*/ 0 w 12192000"/>
              <a:gd name="connsiteY7" fmla="*/ 3443911 h 455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552041">
                <a:moveTo>
                  <a:pt x="0" y="0"/>
                </a:moveTo>
                <a:lnTo>
                  <a:pt x="12192000" y="0"/>
                </a:lnTo>
                <a:lnTo>
                  <a:pt x="12192000" y="4552041"/>
                </a:lnTo>
                <a:lnTo>
                  <a:pt x="12191999" y="4552041"/>
                </a:lnTo>
                <a:lnTo>
                  <a:pt x="12191999" y="2464853"/>
                </a:lnTo>
                <a:lnTo>
                  <a:pt x="11373210" y="3046349"/>
                </a:lnTo>
                <a:cubicBezTo>
                  <a:pt x="7383450" y="5613492"/>
                  <a:pt x="3806580" y="-117348"/>
                  <a:pt x="73918" y="3371458"/>
                </a:cubicBezTo>
                <a:lnTo>
                  <a:pt x="0" y="3443911"/>
                </a:lnTo>
                <a:close/>
              </a:path>
            </a:pathLst>
          </a:custGeom>
          <a:blipFill rotWithShape="1">
            <a:blip r:embed="rId1">
              <a:alphaModFix amt="84000"/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/>
            <a:endParaRPr lang="zh-CN" alt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6"/>
          <p:cNvGrpSpPr/>
          <p:nvPr/>
        </p:nvGrpSpPr>
        <p:grpSpPr>
          <a:xfrm flipV="1">
            <a:off x="8897257" y="5488167"/>
            <a:ext cx="3294743" cy="1369833"/>
            <a:chOff x="0" y="0"/>
            <a:chExt cx="9143999" cy="1082440"/>
          </a:xfrm>
          <a:solidFill>
            <a:srgbClr val="5873E7"/>
          </a:solidFill>
        </p:grpSpPr>
        <p:sp>
          <p:nvSpPr>
            <p:cNvPr id="18" name="Freeform 7"/>
            <p:cNvSpPr/>
            <p:nvPr/>
          </p:nvSpPr>
          <p:spPr>
            <a:xfrm flipH="1" flipV="1">
              <a:off x="1042561" y="0"/>
              <a:ext cx="8101437" cy="1082440"/>
            </a:xfrm>
            <a:custGeom>
              <a:avLst/>
              <a:gdLst>
                <a:gd name="connsiteX0" fmla="*/ 9168019 w 9168888"/>
                <a:gd name="connsiteY0" fmla="*/ 1002142 h 1002142"/>
                <a:gd name="connsiteX1" fmla="*/ 0 w 9168888"/>
                <a:gd name="connsiteY1" fmla="*/ 1002142 h 1002142"/>
                <a:gd name="connsiteX2" fmla="*/ 0 w 9168888"/>
                <a:gd name="connsiteY2" fmla="*/ 0 h 1002142"/>
                <a:gd name="connsiteX3" fmla="*/ 9168888 w 9168888"/>
                <a:gd name="connsiteY3" fmla="*/ 840209 h 10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68888" h="1002142">
                  <a:moveTo>
                    <a:pt x="9168019" y="1002142"/>
                  </a:moveTo>
                  <a:lnTo>
                    <a:pt x="0" y="1002142"/>
                  </a:lnTo>
                  <a:lnTo>
                    <a:pt x="0" y="0"/>
                  </a:lnTo>
                  <a:cubicBezTo>
                    <a:pt x="960091" y="652603"/>
                    <a:pt x="6044859" y="131162"/>
                    <a:pt x="9168888" y="840209"/>
                  </a:cubicBezTo>
                  <a:close/>
                </a:path>
              </a:pathLst>
            </a:custGeom>
            <a:solidFill>
              <a:srgbClr val="44546A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8"/>
            <p:cNvSpPr/>
            <p:nvPr/>
          </p:nvSpPr>
          <p:spPr>
            <a:xfrm flipH="1" flipV="1">
              <a:off x="0" y="2"/>
              <a:ext cx="9143999" cy="588514"/>
            </a:xfrm>
            <a:custGeom>
              <a:avLst/>
              <a:gdLst>
                <a:gd name="connsiteX0" fmla="*/ 9143999 w 9143999"/>
                <a:gd name="connsiteY0" fmla="*/ 588514 h 588514"/>
                <a:gd name="connsiteX1" fmla="*/ 0 w 9143999"/>
                <a:gd name="connsiteY1" fmla="*/ 588514 h 588514"/>
                <a:gd name="connsiteX2" fmla="*/ 0 w 9143999"/>
                <a:gd name="connsiteY2" fmla="*/ 29103 h 588514"/>
                <a:gd name="connsiteX3" fmla="*/ 513079 w 9143999"/>
                <a:gd name="connsiteY3" fmla="*/ 95434 h 588514"/>
                <a:gd name="connsiteX4" fmla="*/ 8905328 w 9143999"/>
                <a:gd name="connsiteY4" fmla="*/ 474499 h 588514"/>
                <a:gd name="connsiteX5" fmla="*/ 9143999 w 9143999"/>
                <a:gd name="connsiteY5" fmla="*/ 565362 h 588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3999" h="588514">
                  <a:moveTo>
                    <a:pt x="9143999" y="588514"/>
                  </a:moveTo>
                  <a:lnTo>
                    <a:pt x="0" y="588514"/>
                  </a:lnTo>
                  <a:lnTo>
                    <a:pt x="0" y="29103"/>
                  </a:lnTo>
                  <a:lnTo>
                    <a:pt x="513079" y="95434"/>
                  </a:lnTo>
                  <a:cubicBezTo>
                    <a:pt x="3476173" y="442495"/>
                    <a:pt x="6075838" y="-540024"/>
                    <a:pt x="8905328" y="474499"/>
                  </a:cubicBezTo>
                  <a:lnTo>
                    <a:pt x="9143999" y="565362"/>
                  </a:ln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062630" y="4477290"/>
            <a:ext cx="5340133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/>
            <a:r>
              <a:rPr lang="en-US" altLang="zh-CN" sz="2200" spc="3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 FOR WATCHING</a:t>
            </a:r>
            <a:endParaRPr lang="en-US" altLang="zh-CN" sz="2200" spc="3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396" y="3265207"/>
            <a:ext cx="5625507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1200" cap="none" spc="300" normalizeH="0" baseline="0" noProof="0" dirty="0">
                <a:ln>
                  <a:noFill/>
                </a:ln>
                <a:solidFill>
                  <a:srgbClr val="333F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谢谢您的观看</a:t>
            </a:r>
            <a:endParaRPr kumimoji="0" lang="zh-CN" altLang="en-US" sz="6600" b="0" i="0" u="none" strike="noStrike" kern="1200" cap="none" spc="300" normalizeH="0" baseline="0" noProof="0" dirty="0">
              <a:ln>
                <a:noFill/>
              </a:ln>
              <a:solidFill>
                <a:srgbClr val="333F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50" y="6500495"/>
            <a:ext cx="1978660" cy="357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WPS 演示</Application>
  <PresentationFormat>自定义</PresentationFormat>
  <Paragraphs>37</Paragraphs>
  <Slides>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Segoe UI</vt:lpstr>
      <vt:lpstr>Open Sans</vt:lpstr>
      <vt:lpstr>等线</vt:lpstr>
      <vt:lpstr>Arial Unicode MS</vt:lpstr>
      <vt:lpstr>等线 Light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</cp:revision>
  <dcterms:created xsi:type="dcterms:W3CDTF">2025-08-25T10:15:35Z</dcterms:created>
  <dcterms:modified xsi:type="dcterms:W3CDTF">2025-08-25T10:15:36Z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1D67902AC27340C89614F693C586B39D</vt:lpwstr>
  </property>
  <property fmtid="{D5CDD505-2E9C-101B-9397-08002B2CF9AE}" pid="4" name="KSORubyTemplateID">
    <vt:lpwstr>2</vt:lpwstr>
  </property>
</Properties>
</file>